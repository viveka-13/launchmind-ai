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5400">
                <a:solidFill>
                  <a:srgbClr val="FFFFFF"/>
                </a:solidFill>
                <a:latin typeface="Arial"/>
              </a:rPr>
              <a:t>Test</a:t>
            </a:r>
          </a:p>
          <a:p>
            <a:pPr algn="ctr">
              <a:spcBef>
                <a:spcPts val="1600"/>
              </a:spcBef>
            </a:pPr>
            <a:r>
              <a:rPr sz="1800">
                <a:solidFill>
                  <a:srgbClr val="06B6D4"/>
                </a:solidFill>
                <a:latin typeface="Arial"/>
              </a:rPr>
              <a:t>Business Plan  |  Generated by AutoStartup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91440"/>
            <a:ext cx="118259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FFFFFF"/>
                </a:solidFill>
                <a:latin typeface="Arial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77295" cy="5184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Sum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91440"/>
            <a:ext cx="118259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FFFFFF"/>
                </a:solidFill>
                <a:latin typeface="Arial"/>
              </a:rPr>
              <a:t>The Problem &amp; Target Audience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77295" cy="5184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Problem Statement: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Prob</a:t>
            </a:r>
          </a:p>
          <a:p>
            <a:pPr>
              <a:spcBef>
                <a:spcPts val="400"/>
              </a:spcBef>
            </a:p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Target Audience: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Aud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91440"/>
            <a:ext cx="118259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FFFFFF"/>
                </a:solidFill>
                <a:latin typeface="Arial"/>
              </a:rP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77295" cy="5184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Sol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91440"/>
            <a:ext cx="118259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FFFFFF"/>
                </a:solidFill>
                <a:latin typeface="Arial"/>
              </a:rPr>
              <a:t>Core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77295" cy="5184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Feat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91440"/>
            <a:ext cx="118259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FFFFFF"/>
                </a:solidFill>
                <a:latin typeface="Arial"/>
              </a:rPr>
              <a:t>Market Gap &amp;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77295" cy="5184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Gap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91440"/>
            <a:ext cx="118259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FFFFFF"/>
                </a:solidFill>
                <a:latin typeface="Arial"/>
              </a:rPr>
              <a:t>Business &amp; Revenue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77295" cy="5184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Rev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91440"/>
            <a:ext cx="118259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FFFFFF"/>
                </a:solidFill>
                <a:latin typeface="Arial"/>
              </a:rPr>
              <a:t>Implementation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77295" cy="5184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Road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91440"/>
            <a:ext cx="118259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FFFFFF"/>
                </a:solidFill>
                <a:latin typeface="Arial"/>
              </a:rPr>
              <a:t>System Architecture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58368"/>
            <a:ext cx="118259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6B6D4"/>
                </a:solidFill>
                <a:latin typeface="Arial"/>
              </a:rPr>
              <a:t>AI-powered workflow &amp; technical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77295" cy="5184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4B5563"/>
                </a:solidFill>
                <a:latin typeface="Arial"/>
              </a:rPr>
              <a:t>System Architecture Overview:</a:t>
            </a:r>
          </a:p>
          <a:p>
            <a:pPr>
              <a:spcBef>
                <a:spcPts val="400"/>
              </a:spcBef>
            </a:p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4B5563"/>
                </a:solidFill>
                <a:latin typeface="Arial"/>
              </a:rPr>
              <a:t>User Interface → API Gateway → AI Processing Engine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4B5563"/>
                </a:solidFill>
                <a:latin typeface="Arial"/>
              </a:rPr>
              <a:t>AI Engine ↔ Vector Database (ChromaDB) ↔ Knowledge Base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4B5563"/>
                </a:solidFill>
                <a:latin typeface="Arial"/>
              </a:rPr>
              <a:t>AI Engine → Document Generation (PPT / PDF / Word)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4B5563"/>
                </a:solidFill>
                <a:latin typeface="Arial"/>
              </a:rPr>
              <a:t>AI Engine → SQLite (Plan History) → User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5400">
                <a:solidFill>
                  <a:srgbClr val="FFFFFF"/>
                </a:solidFill>
                <a:latin typeface="Arial"/>
              </a:rPr>
              <a:t>Thank You</a:t>
            </a:r>
          </a:p>
          <a:p>
            <a:pPr algn="ctr">
              <a:spcBef>
                <a:spcPts val="1200"/>
              </a:spcBef>
            </a:pPr>
            <a:r>
              <a:rPr sz="1800">
                <a:solidFill>
                  <a:srgbClr val="06B6D4"/>
                </a:solidFill>
                <a:latin typeface="Arial"/>
              </a:rPr>
              <a:t>Built with AutoStartup AI  | 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